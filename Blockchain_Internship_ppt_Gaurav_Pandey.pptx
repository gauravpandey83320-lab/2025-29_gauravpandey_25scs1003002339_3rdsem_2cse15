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E2A52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54864" cy="685800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Development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Web3 Integration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Developer Internship Training Report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36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– August 2026 (92 Days)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75320" y="23317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6407A"/>
          </a:solidFill>
          <a:ln w="12700">
            <a:solidFill>
              <a:srgbClr val="2C55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542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Pandey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999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25SCS1003002339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273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2CSE15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3675888"/>
            <a:ext cx="3017520" cy="0"/>
          </a:xfrm>
          <a:prstGeom prst="line">
            <a:avLst/>
          </a:prstGeom>
          <a:noFill/>
          <a:ln w="12700">
            <a:solidFill>
              <a:srgbClr val="2C55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2025 – 2029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Program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5394960" cy="5074920"/>
          </a:xfrm>
          <a:prstGeom prst="roundRect">
            <a:avLst>
              <a:gd name="adj" fmla="val 108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94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PANDEY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06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44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25SCS1003002339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01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39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2CSE15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096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342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914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2029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86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241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234440"/>
            <a:ext cx="5394960" cy="5074920"/>
          </a:xfrm>
          <a:prstGeom prst="roundRect">
            <a:avLst>
              <a:gd name="adj" fmla="val 108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2494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Blockchain Developer Internship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852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DOMAIN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090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Development &amp; Web3 Integration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6941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Developer Intern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5354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Days (1 Jun 2026 – 31 Aug 2026)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376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614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(www.blockseblock.com)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Profile: BlockseBlock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is a blockchain-focused technology and training organization offering hands-on internship programs in decentralized technologies, operating under the vision of building industry-ready blockchain talent.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2316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EA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Training Model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project-based internship tracks focused on real-world blockchain development rather than theory alone.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1945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42316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EA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Alignment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337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its curriculum around in-demand decentralized technology skills sought by Web3 employers.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42316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EAF1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Domains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337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fundamentals, Smart Contracts, Decentralized Applications (DApps), and Web3 integration.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associations@blockseblock.com   |   +91 89682-32722   |   www.blockseblock.com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Industry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Challenge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academic curriculum introduces core programming and data structures, students rarely get hands-on exposure to decentralized systems, cryptographic protocols, or how blockchain networks reach consensus without a central authority.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574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covers the practical lifecycle of blockchain development: distributed ledger fundamentals, writing and testing smart contracts, connecting front-end applications via Web3 libraries, and deploying decentralized applications to live test networks.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AF1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Fundamentals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distributed ledgers, consensus mechanisms, and cryptographic principles underpinning blockchain networks.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54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AF1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Development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8803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test, and deploy Solidity smart contracts covering tokens, access control, and business logic.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54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AF1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Integration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8803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front-end applications to blockchain networks using Web3.js / Ethers.js and wallet providers.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554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AF1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 Deployment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8803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verify decentralized applications on Ethereum test networks using Hardhat and Remix IDE.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Blockchain Toolchain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Contracts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(Smart Contracts)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Libraries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Web3.js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Wallet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Testing Tools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 &amp; Ganache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280160"/>
            <a:ext cx="2651760" cy="4160520"/>
          </a:xfrm>
          <a:prstGeom prst="roundRect">
            <a:avLst>
              <a:gd name="adj" fmla="val 2069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&amp; Storage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Test Networks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Contracts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Decentralized Storage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Architecture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7772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3258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ledger maintained by network nodes reaching consensus on transaction validity.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67128"/>
            <a:ext cx="73152" cy="7772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2585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Layer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2585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contracts encoding business logic, deployed immutably on-chain.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99816"/>
            <a:ext cx="73152" cy="7772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19125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Integration Layer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19125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Web3.js / Ethers.js bridging front-end applications with the blockchain network.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32504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32504"/>
            <a:ext cx="73152" cy="7772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(DApp) Layer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1239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interface enabling wallet-based interaction with smart contracts.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965192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965192"/>
            <a:ext cx="73152" cy="7772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0566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Security Layer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505663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MetaMask-based key management and transaction signing for end users.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Timeline (Weeks 1 to 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C7D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33756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Fundamentals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334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ledgers, consensus algorithms, cryptographic hashing.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325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365760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697480" y="39776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4361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&amp; Smart Contracts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690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data types, functions, and deployment basics.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329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333756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897880" y="19202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6334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with Hardhat and common vulnerability patterns.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333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365760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869680" y="39776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0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4361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Web3.js &amp; Ethers.js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690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DApps to the Ethereum network and wallets.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Timeline (Weeks 5 to 8)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C7D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33756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 Frontend Integration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334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front-end wired to contracts via Web3 providers.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325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365760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697480" y="39776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4361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Storage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690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files off-chain with IPFS and linking on-chain.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329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333756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897880" y="19202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Deployment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26334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and verifying contracts on Ethereum testnets.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33304" y="3575304"/>
            <a:ext cx="164592" cy="164592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3657600"/>
            <a:ext cx="0" cy="320040"/>
          </a:xfrm>
          <a:prstGeom prst="line">
            <a:avLst/>
          </a:prstGeom>
          <a:noFill/>
          <a:ln w="19050">
            <a:solidFill>
              <a:srgbClr val="C7D3E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869680" y="397764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0" y="4087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4361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690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DApp build, integration, and final deployment.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Projects &amp; Demonstrated Skills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07592"/>
            <a:ext cx="201168" cy="2011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Development: 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deployed ERC-20 and ERC-721 token contracts in Solidity, following secure coding patterns.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03704"/>
            <a:ext cx="201168" cy="2011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3055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Application (DApp): 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048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DApp connecting a Web3 front-end to on-chain smart contract logic.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99816"/>
            <a:ext cx="201168" cy="2011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02666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Integration: 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0098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MetaMask wallet connectivity for user authentication and transaction signing.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201168" cy="2011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2277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Deployment &amp; Verification: 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9709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verified smart contracts on Ethereum test networks using Hardhat.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201168" cy="2011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188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Security: 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932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security best practices to guard against common vulnerabilities such as reentrancy.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Official Verification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Record / Credential Details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E7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Developer Internship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BlockseBlock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Developer Intern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June 2026 – 31 August 2026 (92 Days)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Gaurav Pandey (Roll No: 25SCS1003002339, Section: 2CSE15)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associations@blockseblock.com | 89682-32722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D7DEE9"/>
            </a:solidFill>
            <a:prstDash val="solid"/>
          </a:ln>
        </p:spPr>
      </p:sp>
      <p:pic>
        <p:nvPicPr>
          <p:cNvPr id="4" name="Image 0" descr="/home/claude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143000"/>
            <a:ext cx="3787234" cy="5349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BlockseBlock Internship Report  |  Gaurav Pandey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640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6583680" cy="1371600"/>
          </a:xfrm>
          <a:prstGeom prst="roundRect">
            <a:avLst>
              <a:gd name="adj" fmla="val 4000"/>
            </a:avLst>
          </a:prstGeom>
          <a:solidFill>
            <a:srgbClr val="16407A"/>
          </a:solidFill>
          <a:ln w="12700">
            <a:solidFill>
              <a:srgbClr val="2C55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Pandey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25SCS1003002339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53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2CSE15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3931920"/>
            <a:ext cx="0" cy="1005840"/>
          </a:xfrm>
          <a:prstGeom prst="line">
            <a:avLst/>
          </a:prstGeom>
          <a:noFill/>
          <a:ln w="12700">
            <a:solidFill>
              <a:srgbClr val="2C55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2025 – 2029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2026-09-10T15:43:54Z</dcterms:created>
  <dcterms:modified xsi:type="dcterms:W3CDTF">2026-09-10T15:43:54Z</dcterms:modified>
</cp:coreProperties>
</file>